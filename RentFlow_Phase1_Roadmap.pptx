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RentFlow Phase 1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Goal: Build the backend feature-by-feature.</a:t>
            </a:r>
          </a:p>
          <a:p>
            <a:r>
              <a:t>Rule: Every feature must compile, run, and be tested before moving 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Development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1. Spring Boot Project Setup ✅</a:t>
            </a:r>
          </a:p>
          <a:p>
            <a:pPr>
              <a:defRPr sz="2200"/>
            </a:pPr>
            <a:r>
              <a:t>2. Configure PostgreSQL ✅</a:t>
            </a:r>
          </a:p>
          <a:p>
            <a:pPr>
              <a:defRPr sz="2200"/>
            </a:pPr>
            <a:r>
              <a:t>3. BaseEntity ✅</a:t>
            </a:r>
          </a:p>
          <a:p>
            <a:pPr>
              <a:defRPr sz="2200"/>
            </a:pPr>
            <a:r>
              <a:t>4. Property Module</a:t>
            </a:r>
          </a:p>
          <a:p>
            <a:pPr>
              <a:defRPr sz="2200"/>
            </a:pPr>
            <a:r>
              <a:t>5. Unit Module</a:t>
            </a:r>
          </a:p>
          <a:p>
            <a:pPr>
              <a:defRPr sz="2200"/>
            </a:pPr>
            <a:r>
              <a:t>6. Authentication &amp; User</a:t>
            </a:r>
          </a:p>
          <a:p>
            <a:pPr>
              <a:defRPr sz="2200"/>
            </a:pPr>
            <a:r>
              <a:t>7. Manager Assignment</a:t>
            </a:r>
          </a:p>
          <a:p>
            <a:pPr>
              <a:defRPr sz="2200"/>
            </a:pPr>
            <a:r>
              <a:t>8. Lease Module</a:t>
            </a:r>
          </a:p>
          <a:p>
            <a:pPr>
              <a:defRPr sz="2200"/>
            </a:pPr>
            <a:r>
              <a:t>9. Invoice Module</a:t>
            </a:r>
          </a:p>
          <a:p>
            <a:pPr>
              <a:defRPr sz="2200"/>
            </a:pPr>
            <a:r>
              <a:t>10. Payment Module</a:t>
            </a:r>
          </a:p>
          <a:p>
            <a:pPr>
              <a:defRPr sz="2200"/>
            </a:pPr>
            <a:r>
              <a:t>11. Receipt Module</a:t>
            </a:r>
          </a:p>
          <a:p>
            <a:pPr>
              <a:defRPr sz="2200"/>
            </a:pPr>
            <a:r>
              <a:t>12. Notifications</a:t>
            </a:r>
          </a:p>
          <a:p>
            <a:pPr>
              <a:defRPr sz="2200"/>
            </a:pPr>
            <a:r>
              <a:t>13. Dashboard</a:t>
            </a:r>
          </a:p>
          <a:p>
            <a:pPr>
              <a:defRPr sz="2200"/>
            </a:pPr>
            <a:r>
              <a:t>14. Scheduler</a:t>
            </a:r>
          </a:p>
          <a:p>
            <a:pPr>
              <a:defRPr sz="2200"/>
            </a:pPr>
            <a:r>
              <a:t>15. Documentation &amp; Cleanup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PropertyType enum</a:t>
            </a:r>
          </a:p>
          <a:p>
            <a:pPr>
              <a:defRPr sz="2200"/>
            </a:pPr>
            <a:r>
              <a:t>• PropertyStatus enum</a:t>
            </a:r>
          </a:p>
          <a:p>
            <a:pPr>
              <a:defRPr sz="2200"/>
            </a:pPr>
            <a:r>
              <a:t>• Property Entity</a:t>
            </a:r>
          </a:p>
          <a:p>
            <a:pPr>
              <a:defRPr sz="2200"/>
            </a:pPr>
            <a:r>
              <a:t>• Repository</a:t>
            </a:r>
          </a:p>
          <a:p>
            <a:pPr>
              <a:defRPr sz="2200"/>
            </a:pPr>
            <a:r>
              <a:t>• DTOs</a:t>
            </a:r>
          </a:p>
          <a:p>
            <a:pPr>
              <a:defRPr sz="2200"/>
            </a:pPr>
            <a:r>
              <a:t>• Mapper</a:t>
            </a:r>
          </a:p>
          <a:p>
            <a:pPr>
              <a:defRPr sz="2200"/>
            </a:pPr>
            <a:r>
              <a:t>• Service</a:t>
            </a:r>
          </a:p>
          <a:p>
            <a:pPr>
              <a:defRPr sz="2200"/>
            </a:pPr>
            <a:r>
              <a:t>• Controller</a:t>
            </a:r>
          </a:p>
          <a:p>
            <a:pPr>
              <a:defRPr sz="2200"/>
            </a:pPr>
            <a:r>
              <a:t>• Test in Postman</a:t>
            </a:r>
          </a:p>
          <a:p>
            <a:pPr>
              <a:defRPr sz="2200"/>
            </a:pPr>
            <a:r>
              <a:t>• Git Commit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Unit Entity</a:t>
            </a:r>
          </a:p>
          <a:p>
            <a:pPr>
              <a:defRPr sz="2200"/>
            </a:pPr>
            <a:r>
              <a:t>• Link Unit → Property</a:t>
            </a:r>
          </a:p>
          <a:p>
            <a:pPr>
              <a:defRPr sz="2200"/>
            </a:pPr>
            <a:r>
              <a:t>• CRUD APIs</a:t>
            </a:r>
          </a:p>
          <a:p>
            <a:pPr>
              <a:defRPr sz="2200"/>
            </a:pPr>
            <a:r>
              <a:t>• Validation</a:t>
            </a:r>
          </a:p>
          <a:p>
            <a:pPr>
              <a:defRPr sz="2200"/>
            </a:pPr>
            <a:r>
              <a:t>• Test &amp; Commit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&amp;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User Entity</a:t>
            </a:r>
          </a:p>
          <a:p>
            <a:pPr>
              <a:defRPr sz="2200"/>
            </a:pPr>
            <a:r>
              <a:t>• Roles (OWNER, MANAGER, TENANT)</a:t>
            </a:r>
          </a:p>
          <a:p>
            <a:pPr>
              <a:defRPr sz="2200"/>
            </a:pPr>
            <a:r>
              <a:t>• Spring Security</a:t>
            </a:r>
          </a:p>
          <a:p>
            <a:pPr>
              <a:defRPr sz="2200"/>
            </a:pPr>
            <a:r>
              <a:t>• JWT</a:t>
            </a:r>
          </a:p>
          <a:p>
            <a:pPr>
              <a:defRPr sz="2200"/>
            </a:pPr>
            <a:r>
              <a:t>• Login API</a:t>
            </a:r>
          </a:p>
          <a:p>
            <a:pPr>
              <a:defRPr sz="2200"/>
            </a:pPr>
            <a:r>
              <a:t>• Protect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Manager Assignment</a:t>
            </a:r>
          </a:p>
          <a:p>
            <a:pPr>
              <a:defRPr sz="2200"/>
            </a:pPr>
            <a:r>
              <a:t>• Lease</a:t>
            </a:r>
          </a:p>
          <a:p>
            <a:pPr>
              <a:defRPr sz="2200"/>
            </a:pPr>
            <a:r>
              <a:t>• Invoice Generation</a:t>
            </a:r>
          </a:p>
          <a:p>
            <a:pPr>
              <a:defRPr sz="2200"/>
            </a:pPr>
            <a:r>
              <a:t>• Payment</a:t>
            </a:r>
          </a:p>
          <a:p>
            <a:pPr>
              <a:defRPr sz="2200"/>
            </a:pPr>
            <a:r>
              <a:t>• Receipt</a:t>
            </a:r>
          </a:p>
          <a:p>
            <a:pPr>
              <a:defRPr sz="2200"/>
            </a:pPr>
            <a:r>
              <a:t>• Notification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Dashboard APIs</a:t>
            </a:r>
          </a:p>
          <a:p>
            <a:pPr>
              <a:defRPr sz="2200"/>
            </a:pPr>
            <a:r>
              <a:t>• Scheduler (monthly invoices)</a:t>
            </a:r>
          </a:p>
          <a:p>
            <a:pPr>
              <a:defRPr sz="2200"/>
            </a:pPr>
            <a:r>
              <a:t>• Swagger</a:t>
            </a:r>
          </a:p>
          <a:p>
            <a:pPr>
              <a:defRPr sz="2200"/>
            </a:pPr>
            <a:r>
              <a:t>• Global Exception Handler</a:t>
            </a:r>
          </a:p>
          <a:p>
            <a:pPr>
              <a:defRPr sz="2200"/>
            </a:pPr>
            <a:r>
              <a:t>• API Response Wrapper</a:t>
            </a:r>
          </a:p>
          <a:p>
            <a:pPr>
              <a:defRPr sz="2200"/>
            </a:pPr>
            <a:r>
              <a:t>• README</a:t>
            </a:r>
          </a:p>
          <a:p>
            <a:pPr>
              <a:defRPr sz="2200"/>
            </a:pPr>
            <a:r>
              <a:t>• Architecture Docs</a:t>
            </a:r>
          </a:p>
          <a:p>
            <a:pPr>
              <a:defRPr sz="2200"/>
            </a:pPr>
            <a:r>
              <a:t>• GitHub polish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